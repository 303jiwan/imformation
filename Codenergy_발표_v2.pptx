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F8CFF">
              <a:alpha val="20000"/>
            </a:srgbClr>
          </a:solidFill>
          <a:ln w="12700">
            <a:solidFill>
              <a:srgbClr val="4F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6400800" cy="6400800"/>
          </a:xfrm>
          <a:prstGeom prst="ellipse">
            <a:avLst/>
          </a:prstGeom>
          <a:solidFill>
            <a:srgbClr val="8C5BFF">
              <a:alpha val="15000"/>
            </a:srgbClr>
          </a:solidFill>
          <a:ln w="12700">
            <a:solidFill>
              <a:srgbClr val="8C5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 TEST → PERSONALIZED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코딩테스트, 지식에서 스킬로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77240" y="4754880"/>
            <a:ext cx="3657600" cy="0"/>
          </a:xfrm>
          <a:prstGeom prst="line">
            <a:avLst/>
          </a:prstGeom>
          <a:noFill/>
          <a:ln w="25400">
            <a:solidFill>
              <a:srgbClr val="4F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하준호  ·  이지완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2026. 05. 16.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 학습 트레일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헥사 노드 트리로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레슨을 따라가요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91440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 = 한 레슨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트리에서 진행 위치 확인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오른쪽에서 바로 문제 시작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640080"/>
            <a:ext cx="5943600" cy="55778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pic>
        <p:nvPicPr>
          <p:cNvPr id="9" name="Image 0" descr="C:\Users\USER\imformation\image copy 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777240"/>
            <a:ext cx="5577840" cy="5303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 레슨 콘텐츠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+ 예제 코드를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페이지에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91440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목차로 흐름 파악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코드 예제와 출력 비교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표·예시로 개념 정리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640080"/>
            <a:ext cx="5943600" cy="55778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pic>
        <p:nvPicPr>
          <p:cNvPr id="9" name="Image 0" descr="C:\Users\USER\imformation\image copy 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777240"/>
            <a:ext cx="5577840" cy="5303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 코딩테스트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+ 에디터를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91440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 문제, 오른쪽에 코드 에디터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/ C++ 코드를 바로 작성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Judge0 로 즉시 채점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640080"/>
            <a:ext cx="5943600" cy="55778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pic>
        <p:nvPicPr>
          <p:cNvPr id="9" name="Image 0" descr="C:\Users\USER\imformation\image copy 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645920"/>
            <a:ext cx="5669280" cy="3566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8C5BFF">
              <a:alpha val="20000"/>
            </a:srgbClr>
          </a:solidFill>
          <a:ln w="12700">
            <a:solidFill>
              <a:srgbClr val="8C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4F8CFF">
              <a:alpha val="15000"/>
            </a:srgbClr>
          </a:solidFill>
          <a:ln w="12700">
            <a:solidFill>
              <a:srgbClr val="4F8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377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4846320"/>
            <a:ext cx="3657600" cy="0"/>
          </a:xfrm>
          <a:prstGeom prst="line">
            <a:avLst/>
          </a:prstGeom>
          <a:noFill/>
          <a:ln w="254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Codenergy</dc:title>
  <dc:subject>PptxGenJS Presentation</dc:subject>
  <dc:creator>하준호, 이지완</dc:creator>
  <cp:lastModifiedBy>하준호, 이지완</cp:lastModifiedBy>
  <cp:revision>1</cp:revision>
  <dcterms:created xsi:type="dcterms:W3CDTF">2026-05-16T01:17:06Z</dcterms:created>
  <dcterms:modified xsi:type="dcterms:W3CDTF">2026-05-16T01:17:06Z</dcterms:modified>
</cp:coreProperties>
</file>