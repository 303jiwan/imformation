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20619720"/>
  <p:notesSz cx="2061972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ster_slic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862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ster_slic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0619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ster_slic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2026-05-16T02:08:58Z</dcterms:created>
  <dcterms:modified xsi:type="dcterms:W3CDTF">2026-05-16T02:08:58Z</dcterms:modified>
</cp:coreProperties>
</file>