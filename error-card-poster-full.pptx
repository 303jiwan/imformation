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32125920"/>
  <p:notesSz cx="3212592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oster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32125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2026-05-16T02:02:12Z</dcterms:created>
  <dcterms:modified xsi:type="dcterms:W3CDTF">2026-05-16T02:02:12Z</dcterms:modified>
</cp:coreProperties>
</file>