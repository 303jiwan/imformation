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F8CFF">
              <a:alpha val="20000"/>
            </a:srgbClr>
          </a:solidFill>
          <a:ln w="12700">
            <a:solidFill>
              <a:srgbClr val="4F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8C5BFF">
              <a:alpha val="15000"/>
            </a:srgbClr>
          </a:solidFill>
          <a:ln w="12700">
            <a:solidFill>
              <a:srgbClr val="8C5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 TEST → PERSONALIZED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코딩테스트, 지식에서 스킬로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77240" y="4754880"/>
            <a:ext cx="36576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하준호  ·  이지완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2026. 05. 16.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 프로젝트 소개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 는 어떤 서비스인가요?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9728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코딩테스트를 입력 신호로 사용하는 </a:t>
            </a:r>
            <a:pPr indent="0" marL="0">
              <a:buNone/>
            </a:pPr>
            <a:r>
              <a:rPr lang="en-US" sz="2200" b="1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코딩 학습 플랫폼</a:t>
            </a:r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 응시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C 문제 풀이를 통해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실력을 진단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41648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8CFF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329184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개념 분석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4617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정·오답 데이터를 기반으로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개념을 추출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36408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8CFF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329184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41248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학습 제공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4617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개념에 맞춘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레슨·예제를 자동 큐레이션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02.  CORE CONCEPT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지식에서 ─→ 스킬로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학습은 '아는 것'을 늘리는 데 그쳤습니다.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Codenergy는 시험을 통해 '쓸 수 있는' 스킬로 전환합니다.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1A2138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→ 암기 → 망각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진단 없는 일괄 커리큘럼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본인의 약점을 모르고 학습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실제 코드 작성으로 이어지지 않음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5352" y="365760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 ·  CODENERGY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9672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 → 진단 → 맞춤 학습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19672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코딩테스트로 실력을 객관적으로 진단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약점 개념을 자동 추출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부족한 영역만 골라 학습 → 시간 절약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 주요 기능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웹이 제공하는 것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9728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 플로우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0632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→ 개념 진단 → 게이지 측정 → 문제 풀이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리포트까지 한 번에 이어지는 통합 응시 경험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4884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0" y="24688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C 코드 채점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30632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Judge0 (RapidAPI) 기반 컴파일/실행으로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작성한 코드의 정·오답을 즉시 판별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8056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✦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54480" y="48006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학습 큐레이션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3949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결과의 약점 개념을 분석해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부분에 맞는 레슨과 예제를 추천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448056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48056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◉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15200" y="48006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/ 사용자 시스템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53949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회원가입·세션 쿠키 로그인 기반의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캐릭터 커스터마이징과 학습 진척도 저장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 기술 스택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만들었나요?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9728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4028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3657600" cy="64008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Vite Multi-Page 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Vanilla JS (No Framework)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Playwright E2E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224028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240280"/>
            <a:ext cx="3657600" cy="640080"/>
          </a:xfrm>
          <a:prstGeom prst="rect">
            <a:avLst/>
          </a:prstGeom>
          <a:solidFill>
            <a:srgbClr val="8C5BFF"/>
          </a:solidFill>
          <a:ln w="12700">
            <a:solidFill>
              <a:srgbClr val="8C5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Express 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node:sqlite (Node ≥ 22.5)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bcryptjs · nodemailer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21040" y="224028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240280"/>
            <a:ext cx="3657600" cy="640080"/>
          </a:xfrm>
          <a:prstGeom prst="rect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Judge0 via RapidAPI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C 컴파일 / 실행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결과 자동 판정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Dev: `npm run dev`  →  frontend :5173  +  backend :3000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 학습 트레일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헥사 노드 트리로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레슨을 따라가요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91440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 = 한 레슨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트리에서 진행 위치 확인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오른쪽에서 바로 문제 시작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640080"/>
            <a:ext cx="594360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pic>
        <p:nvPicPr>
          <p:cNvPr id="9" name="Image 0" descr="C:\Users\USER\imformation\image copy 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777240"/>
            <a:ext cx="5577840" cy="5303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 레슨 콘텐츠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+ 예제 코드를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페이지에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91440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목차로 흐름 파악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코드 예제와 출력 비교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표·예시로 개념 정리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640080"/>
            <a:ext cx="594360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pic>
        <p:nvPicPr>
          <p:cNvPr id="9" name="Image 0" descr="C:\Users\USER\imformation\image copy 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777240"/>
            <a:ext cx="5577840" cy="5303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 코딩테스트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+ 에디터를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91440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 문제, 오른쪽에 코드 에디터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/ C++ 코드를 바로 작성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Judge0 로 즉시 채점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640080"/>
            <a:ext cx="5943600" cy="55778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pic>
        <p:nvPicPr>
          <p:cNvPr id="9" name="Image 0" descr="C:\Users\USER\imformation\image copy 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645920"/>
            <a:ext cx="5669280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8C5BFF">
              <a:alpha val="20000"/>
            </a:srgbClr>
          </a:solidFill>
          <a:ln w="12700">
            <a:solidFill>
              <a:srgbClr val="8C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4F8CFF">
              <a:alpha val="15000"/>
            </a:srgbClr>
          </a:solidFill>
          <a:ln w="12700">
            <a:solidFill>
              <a:srgbClr val="4F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4846320"/>
            <a:ext cx="36576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Codenergy</dc:title>
  <dc:subject>PptxGenJS Presentation</dc:subject>
  <dc:creator>하준호, 이지완</dc:creator>
  <cp:lastModifiedBy>하준호, 이지완</cp:lastModifiedBy>
  <cp:revision>1</cp:revision>
  <dcterms:created xsi:type="dcterms:W3CDTF">2026-05-16T01:25:35Z</dcterms:created>
  <dcterms:modified xsi:type="dcterms:W3CDTF">2026-05-16T01:25:35Z</dcterms:modified>
</cp:coreProperties>
</file>