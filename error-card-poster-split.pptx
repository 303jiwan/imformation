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16062960"/>
  <p:notesSz cx="1606296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te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06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ter_bot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06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2026-05-16T02:06:21Z</dcterms:created>
  <dcterms:modified xsi:type="dcterms:W3CDTF">2026-05-16T02:06:21Z</dcterms:modified>
</cp:coreProperties>
</file>